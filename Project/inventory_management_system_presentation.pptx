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701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7223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2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3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4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62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0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3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5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5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3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61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87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00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61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4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191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9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4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Inventory &amp; Supply Chain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Student Name</a:t>
            </a:r>
            <a:r>
              <a:rPr lang="en-US" dirty="0"/>
              <a:t> : Marvin Khanpara</a:t>
            </a:r>
            <a:endParaRPr lang="en-IN" dirty="0"/>
          </a:p>
          <a:p>
            <a:r>
              <a:rPr lang="en-US" dirty="0"/>
              <a:t>En. No. : 220470116046</a:t>
            </a:r>
          </a:p>
          <a:p>
            <a:r>
              <a:rPr lang="en-US" dirty="0"/>
              <a:t>Sem : 8th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31710"/>
            <a:ext cx="7704667" cy="3332816"/>
          </a:xfrm>
        </p:spPr>
        <p:txBody>
          <a:bodyPr/>
          <a:lstStyle/>
          <a:p>
            <a:r>
              <a:rPr dirty="0"/>
              <a:t>Inventory management helps businesses track products and stock.</a:t>
            </a:r>
          </a:p>
          <a:p>
            <a:r>
              <a:rPr dirty="0"/>
              <a:t>Manual systems cause errors and inefficiency.</a:t>
            </a:r>
          </a:p>
          <a:p>
            <a:r>
              <a:rPr dirty="0"/>
              <a:t>Digital systems improve accuracy and decision making.</a:t>
            </a:r>
          </a:p>
          <a:p>
            <a:r>
              <a:rPr dirty="0"/>
              <a:t>This project provides a web-based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Domain: Supply Chain &amp; Inventory Management.</a:t>
            </a:r>
          </a:p>
          <a:p>
            <a:r>
              <a:rPr dirty="0"/>
              <a:t>Manages flow of goods from suppliers to businesses.</a:t>
            </a:r>
          </a:p>
          <a:p>
            <a:r>
              <a:rPr dirty="0"/>
              <a:t>Ensures proper stock availability.</a:t>
            </a:r>
          </a:p>
          <a:p>
            <a:r>
              <a:rPr dirty="0"/>
              <a:t>Used in retail, warehouses, e-commerce, and manufacturing.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66287"/>
            <a:ext cx="7704667" cy="3332816"/>
          </a:xfrm>
        </p:spPr>
        <p:txBody>
          <a:bodyPr/>
          <a:lstStyle/>
          <a:p>
            <a:r>
              <a:rPr dirty="0"/>
              <a:t>Manual inventory tracking leads to errors.</a:t>
            </a:r>
          </a:p>
          <a:p>
            <a:r>
              <a:rPr dirty="0"/>
              <a:t>Difficult to maintain supplier records.</a:t>
            </a:r>
          </a:p>
          <a:p>
            <a:r>
              <a:rPr dirty="0"/>
              <a:t>No real-time stock visibility.</a:t>
            </a:r>
          </a:p>
          <a:p>
            <a:r>
              <a:rPr dirty="0"/>
              <a:t>Inefficient order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87484"/>
            <a:ext cx="7704667" cy="3332816"/>
          </a:xfrm>
        </p:spPr>
        <p:txBody>
          <a:bodyPr/>
          <a:lstStyle/>
          <a:p>
            <a:r>
              <a:rPr dirty="0"/>
              <a:t>Develop a web-based inventory management system.</a:t>
            </a:r>
          </a:p>
          <a:p>
            <a:r>
              <a:rPr dirty="0"/>
              <a:t>Manage products, suppliers, and orders.</a:t>
            </a:r>
          </a:p>
          <a:p>
            <a:r>
              <a:rPr dirty="0"/>
              <a:t>Provide real-time dashboard statistics.</a:t>
            </a:r>
          </a:p>
          <a:p>
            <a:r>
              <a:rPr dirty="0"/>
              <a:t>Reduce manual record keeping.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922283"/>
            <a:ext cx="7704667" cy="3332816"/>
          </a:xfrm>
        </p:spPr>
        <p:txBody>
          <a:bodyPr/>
          <a:lstStyle/>
          <a:p>
            <a:r>
              <a:rPr dirty="0"/>
              <a:t>Frontend → HTML/CSS/JS interface</a:t>
            </a:r>
          </a:p>
          <a:p>
            <a:r>
              <a:rPr dirty="0"/>
              <a:t>Backend → Flask server processes requests</a:t>
            </a:r>
          </a:p>
          <a:p>
            <a:r>
              <a:rPr dirty="0"/>
              <a:t>Database → SQLite stores system data</a:t>
            </a:r>
          </a:p>
          <a:p>
            <a:r>
              <a:rPr dirty="0"/>
              <a:t>Flow: User → Frontend → Backend API → Database →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719" y="2025978"/>
            <a:ext cx="7704667" cy="3332816"/>
          </a:xfrm>
        </p:spPr>
        <p:txBody>
          <a:bodyPr/>
          <a:lstStyle/>
          <a:p>
            <a:r>
              <a:rPr dirty="0"/>
              <a:t>Tables used in system:</a:t>
            </a:r>
          </a:p>
          <a:p>
            <a:pPr marL="0" indent="0">
              <a:buNone/>
            </a:pPr>
            <a:r>
              <a:rPr lang="en-IN" dirty="0"/>
              <a:t>	• </a:t>
            </a:r>
            <a:r>
              <a:rPr dirty="0"/>
              <a:t>User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Product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Supplier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Order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884575"/>
            <a:ext cx="7704667" cy="3332816"/>
          </a:xfrm>
        </p:spPr>
        <p:txBody>
          <a:bodyPr/>
          <a:lstStyle/>
          <a:p>
            <a:r>
              <a:rPr dirty="0"/>
              <a:t>Login Authentication</a:t>
            </a:r>
          </a:p>
          <a:p>
            <a:r>
              <a:rPr dirty="0"/>
              <a:t>Dashboard</a:t>
            </a:r>
          </a:p>
          <a:p>
            <a:r>
              <a:rPr dirty="0"/>
              <a:t>Product Management</a:t>
            </a:r>
          </a:p>
          <a:p>
            <a:r>
              <a:rPr dirty="0"/>
              <a:t>Supplier Management</a:t>
            </a:r>
          </a:p>
          <a:p>
            <a:r>
              <a:rPr dirty="0"/>
              <a:t>Order Management</a:t>
            </a:r>
          </a:p>
          <a:p>
            <a:r>
              <a:rPr dirty="0"/>
              <a:t>Reports &amp;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875149"/>
            <a:ext cx="7704667" cy="3332816"/>
          </a:xfrm>
        </p:spPr>
        <p:txBody>
          <a:bodyPr/>
          <a:lstStyle/>
          <a:p>
            <a:r>
              <a:rPr dirty="0"/>
              <a:t>Secure login system</a:t>
            </a:r>
          </a:p>
          <a:p>
            <a:r>
              <a:rPr dirty="0"/>
              <a:t>Add, edit, delete products</a:t>
            </a:r>
          </a:p>
          <a:p>
            <a:r>
              <a:rPr dirty="0"/>
              <a:t>Supplier database</a:t>
            </a:r>
          </a:p>
          <a:p>
            <a:r>
              <a:rPr dirty="0"/>
              <a:t>Order tracking</a:t>
            </a:r>
          </a:p>
          <a:p>
            <a:r>
              <a:rPr dirty="0"/>
              <a:t>Dashboard charts and statistics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2592"/>
            <a:ext cx="7704667" cy="3332816"/>
          </a:xfrm>
        </p:spPr>
        <p:txBody>
          <a:bodyPr/>
          <a:lstStyle/>
          <a:p>
            <a:r>
              <a:rPr dirty="0"/>
              <a:t>Reduces manual work</a:t>
            </a:r>
          </a:p>
          <a:p>
            <a:r>
              <a:rPr dirty="0"/>
              <a:t>Improves accuracy of inventory</a:t>
            </a:r>
          </a:p>
          <a:p>
            <a:r>
              <a:rPr dirty="0"/>
              <a:t>Helps businesses track stock</a:t>
            </a:r>
          </a:p>
          <a:p>
            <a:r>
              <a:rPr dirty="0"/>
              <a:t>Centralized management system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15</TotalTime>
  <Words>239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Rounded MT Bold</vt:lpstr>
      <vt:lpstr>Corbel</vt:lpstr>
      <vt:lpstr>Parallax</vt:lpstr>
      <vt:lpstr>Inventory &amp; Supply Chain Management System</vt:lpstr>
      <vt:lpstr>Introduction</vt:lpstr>
      <vt:lpstr>Domain Overview</vt:lpstr>
      <vt:lpstr>Problem Statement</vt:lpstr>
      <vt:lpstr>Project Objectives</vt:lpstr>
      <vt:lpstr>System Architecture</vt:lpstr>
      <vt:lpstr>Database Design</vt:lpstr>
      <vt:lpstr>System Modules</vt:lpstr>
      <vt:lpstr>Key Features</vt:lpstr>
      <vt:lpstr>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Marvin Khanpara</cp:lastModifiedBy>
  <cp:revision>2</cp:revision>
  <dcterms:created xsi:type="dcterms:W3CDTF">2013-01-27T09:14:16Z</dcterms:created>
  <dcterms:modified xsi:type="dcterms:W3CDTF">2026-03-13T17:10:10Z</dcterms:modified>
  <cp:category/>
</cp:coreProperties>
</file>